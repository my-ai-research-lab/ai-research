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EB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研发团队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67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 工作总结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2026年 Q1 季度总结汇报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研发团队  |  2026年4月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5042916"/>
            <a:ext cx="9144000" cy="100584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工作亮点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45720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64008" cy="2926080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618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 研发效能全面提升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1810512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推动 AI 辅助研发体系落地，覆盖代码生成、审查、测试多个研发环节，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团队整体交付速度大幅提升，故障率同比下降 35%。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097280"/>
            <a:ext cx="64008" cy="2926080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2618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 核心系统稳定性优化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93592" y="1810512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完成关键链路架构升级，SLA 达标率从 99.5% 提升至 99.95%，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线上 P0/P1 故障同比减少 60%，系统可用性达历史最优。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97280"/>
            <a:ext cx="64008" cy="2926080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2618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 跨团队协作机制建立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1810512"/>
            <a:ext cx="22860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制定并推行研发规范 2.0，建立跨部门联合评审流程，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需求对齐周期缩短 40%，协作满意度调研评分 4.8/5.0。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数据成果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45720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23774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377440" cy="73152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7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核心模型预测准确率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188720"/>
            <a:ext cx="23774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188720"/>
            <a:ext cx="2377440" cy="73152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459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7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2.5x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42900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效率提升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研发交付效率倍增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3774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377440" cy="73152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459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7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120+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21792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覆盖场景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已覆盖业务应用场景数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 计划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45720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99032"/>
            <a:ext cx="502920" cy="502920"/>
          </a:xfrm>
          <a:prstGeom prst="ellipse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99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2527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能力规模化扩展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61848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 Q1 核心能力向更多业务线复制推广，目标覆盖 200+ 场景；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建立标准化接入流程，提升新业务接入效率，缩短接入周期至 2 周以内。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44144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技术体系深化建设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80720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深化大模型与研发工具链的深度集成，完成新一代研发助手 2.0 版本研发；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推进知识库建设，目标沉淀有效知识条目 10,000+，知识召回准确率达 95%。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76472"/>
            <a:ext cx="502920" cy="502920"/>
          </a:xfrm>
          <a:prstGeom prst="ellipse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63016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3A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质量与稳定性目标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99592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构建全链路质量监控体系，将测试自动化覆盖率提升至 80%；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设立研发效能度量看板，用数据驱动持续改进，每月输出效能分析报告。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43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967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THANKS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感谢聆听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8992A1"/>
          </a:solidFill>
          <a:ln w="12700">
            <a:solidFill>
              <a:srgbClr val="8992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992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研发团队  ·  2026年4月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992A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持续精进 · 共创价值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5042916"/>
            <a:ext cx="9144000" cy="100584"/>
          </a:xfrm>
          <a:prstGeom prst="rect">
            <a:avLst/>
          </a:prstGeom>
          <a:solidFill>
            <a:srgbClr val="F96700"/>
          </a:solidFill>
          <a:ln w="12700">
            <a:solidFill>
              <a:srgbClr val="F967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研发团队 Q1 工作总结</dc:title>
  <dc:subject>PptxGenJS Presentation</dc:subject>
  <dc:creator>研发团队</dc:creator>
  <cp:lastModifiedBy>研发团队</cp:lastModifiedBy>
  <cp:revision>1</cp:revision>
  <dcterms:created xsi:type="dcterms:W3CDTF">2026-03-24T09:07:24Z</dcterms:created>
  <dcterms:modified xsi:type="dcterms:W3CDTF">2026-03-24T09:07:24Z</dcterms:modified>
</cp:coreProperties>
</file>