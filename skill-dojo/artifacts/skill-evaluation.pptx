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执行层技能评测报告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2026年3月19日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评测概览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总技能数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已通过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F9A825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进行中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✓ baoyu-translate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✓ ai-image-generator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✓ html-screenshot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✓ baoyu-infographic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技能评测报告</dc:title>
  <dc:subject>PptxGenJS Presentation</dc:subject>
  <dc:creator>林克</dc:creator>
  <cp:lastModifiedBy>林克</cp:lastModifiedBy>
  <cp:revision>1</cp:revision>
  <dcterms:created xsi:type="dcterms:W3CDTF">2026-03-19T15:35:41Z</dcterms:created>
  <dcterms:modified xsi:type="dcterms:W3CDTF">2026-03-19T15:35:41Z</dcterms:modified>
</cp:coreProperties>
</file>